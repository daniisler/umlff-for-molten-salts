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7260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84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D29"/>
                </a:solidFill>
                <a:latin typeface="Calibri"/>
              </a:defRPr>
            </a:pPr>
            <a:r>
              <a:rPr lang="en-GB" sz="1300" b="0" i="0" u="none" strike="noStrike">
                <a:solidFill>
                  <a:srgbClr val="1A1D29"/>
                </a:solidFill>
                <a:latin typeface="Calibri"/>
              </a:rPr>
              <a:t>Force RMSE  (meV/Å)  —  lower is better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Ours (reproduced)</c:v>
                </c:pt>
              </c:strCache>
            </c:strRef>
          </c:tx>
          <c:spPr>
            <a:solidFill>
              <a:srgbClr val="F2711C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D29"/>
                    </a:solidFill>
                    <a:latin typeface="Calibri"/>
                  </a:defRPr>
                </a:pPr>
                <a:endParaRPr lang="en-G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Test 1 (ternary)</c:v>
                </c:pt>
                <c:pt idx="1">
                  <c:v>Test 2 (random multi)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20.28</c:v>
                </c:pt>
                <c:pt idx="1">
                  <c:v>25.55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5F-5644-90B3-E891640FDA1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Paper (published)</c:v>
                </c:pt>
              </c:strCache>
            </c:strRef>
          </c:tx>
          <c:spPr>
            <a:solidFill>
              <a:srgbClr val="2FB6A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D29"/>
                    </a:solidFill>
                    <a:latin typeface="Calibri"/>
                  </a:defRPr>
                </a:pPr>
                <a:endParaRPr lang="en-G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Test 1 (ternary)</c:v>
                </c:pt>
                <c:pt idx="1">
                  <c:v>Test 2 (random multi)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19.600000000000001</c:v>
                </c:pt>
                <c:pt idx="1">
                  <c:v>24.4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95F-5644-90B3-E891640FDA1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D2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12700" cap="flat">
              <a:solidFill>
                <a:srgbClr val="E3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A1D29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423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Thanks for the time, Daniel. Quick recap of where I am this week: the goal is to see whether a simple, fast UF3 model can get close to SuperSalt on molten chloride salts. This week I mainly nailed down the reproduction of their published benchmark and cleaned up the environment. Let me take you through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the plan for today: I'll start with the couple of things you asked me to check against the paper, then the coding progress — the environment is now reproducible and I can score SuperSalt end to end — then the reproduction results, and finally what I want to do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You'd asked me to double-check a few things. First, whether MACE-MP0 is actually in the paper — it is, it's just written without the hyphen, which is why I missed it at first. It's used two ways: to generate the training snapshots, and as a baseline they beat by about ten times. And to be clear, MACE-MP0 only gives the geometries — the energies and forces come from DFT. Second, your question about how they get one meV/Å number from a three-component force: each x, y, z component counts as its own sample, and they pool all of them and take one RMSE. I checked that my code does exactly that, so my 20.3 is directly comparable to their 19.6.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suggested I manage the packages with uv — that's done. Everything's declared in pyproject.toml and locked in uv.lock now, so if you pull the repo you just run uv sync and get my exact environment. I kept numpy under 2.3 because uf3 breaks above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Quickly on how the reproduction works: I load their model as an ASE calculator, predict energy and forces for each test structure, and compare to the DFT values in the file. No training here — I'm just scoring their model to make sure my pipeline is right. Tools are ASE to read the structures and mace-torch to run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it reproduces: Test 1 I get 20.3 versus their 19.6, Test 2 25.6 versus 24.4, energy errors around 1.3 to 1.9 meV per atom. One thing worth flagging — the filenames are swapped relative to the paper's labels, so I confirmed the mapping by composition rather than trusting the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next week: the main thing is building our own 2- and 3-body UF3 model from scratch — the actual point of the project. I'll do a proper representative train/test split, then test whether 3-body helps on a directional cation like Mg or Zr. After that I want the direct apples-to-apples comparison plus a speed number. And whenever you have it, I'll need the MoltenSaltCalc package to start the MD property side — is that something you can share?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120640" cy="5120640"/>
          </a:xfrm>
          <a:prstGeom prst="ellipse">
            <a:avLst/>
          </a:prstGeom>
          <a:solidFill>
            <a:srgbClr val="F2711C">
              <a:alpha val="18000"/>
            </a:srgbClr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3" name="Shape 1"/>
          <p:cNvSpPr/>
          <p:nvPr/>
        </p:nvSpPr>
        <p:spPr>
          <a:xfrm>
            <a:off x="10058400" y="3291840"/>
            <a:ext cx="4206240" cy="4206240"/>
          </a:xfrm>
          <a:prstGeom prst="ellipse">
            <a:avLst/>
          </a:prstGeom>
          <a:solidFill>
            <a:srgbClr val="F5A623">
              <a:alpha val="12000"/>
            </a:srgbClr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PROGRESS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Ultra-fast MLFF for Molten Salts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Marios Poulis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577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14 September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7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things stand this week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658368" cy="65836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0848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against the paper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43230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MACE-MP0's role, and how force RMSE is defined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658368" cy="658368"/>
          </a:xfrm>
          <a:prstGeom prst="ellipse">
            <a:avLst/>
          </a:prstGeom>
          <a:solidFill>
            <a:srgbClr val="2FB6A8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9" name="Text 7"/>
          <p:cNvSpPr txBox="1"/>
          <p:nvPr/>
        </p:nvSpPr>
        <p:spPr>
          <a:xfrm>
            <a:off x="548640" y="30175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9992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progress: the reproduction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34670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now uv-managed; SuperSalt scored end-to-end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658368" cy="658368"/>
          </a:xfrm>
          <a:prstGeom prst="ellipse">
            <a:avLst/>
          </a:prstGeom>
          <a:solidFill>
            <a:srgbClr val="F2711C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13" name="Text 11"/>
          <p:cNvSpPr txBox="1"/>
          <p:nvPr/>
        </p:nvSpPr>
        <p:spPr>
          <a:xfrm>
            <a:off x="548640" y="3931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9136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26110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SuperSalt's published numbers reproduced and validated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658368" cy="658368"/>
          </a:xfrm>
          <a:prstGeom prst="ellipse">
            <a:avLst/>
          </a:prstGeom>
          <a:solidFill>
            <a:srgbClr val="1A1D29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17" name="Text 15"/>
          <p:cNvSpPr txBox="1"/>
          <p:nvPr/>
        </p:nvSpPr>
        <p:spPr>
          <a:xfrm>
            <a:off x="548640" y="4846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8280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517550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out the 2-/3-body UF3 model — the Week-3 focus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Marios Poulis · DIFFER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7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CHECKS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against the paper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points we went back to the SuperSalt paper to confirm.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4F5F7"/>
          </a:solidFill>
          <a:ln w="12700">
            <a:solidFill>
              <a:srgbClr val="E3E5EA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7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MACE-MP0 is in the paper — two roles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Data generator.  </a:t>
            </a:r>
            <a:r>
              <a:rPr lang="en-US" sz="13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MD (in LAMMPS) produced the molten-salt snapshots; DFT then labelled each with energies + forces.</a:t>
            </a:r>
            <a:endParaRPr lang="en-US" sz="13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182880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4F5F7"/>
          </a:solidFill>
          <a:ln w="12700">
            <a:solidFill>
              <a:srgbClr val="E3E5EA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10" name="Text 8"/>
          <p:cNvSpPr txBox="1"/>
          <p:nvPr/>
        </p:nvSpPr>
        <p:spPr>
          <a:xfrm>
            <a:off x="6519672" y="2057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B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Force error = per-component RMSE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26517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atom's force has 3 components (x, y, z). Every component is its own sample — not collapsed into a magnitude.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19672" y="3611880"/>
            <a:ext cx="4846320" cy="640080"/>
          </a:xfrm>
          <a:prstGeom prst="roundRect">
            <a:avLst>
              <a:gd name="adj" fmla="val 8571"/>
            </a:avLst>
          </a:prstGeom>
          <a:solidFill>
            <a:srgbClr val="12141C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13" name="Text 11"/>
          <p:cNvSpPr txBox="1"/>
          <p:nvPr/>
        </p:nvSpPr>
        <p:spPr>
          <a:xfrm>
            <a:off x="6519672" y="36118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F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 = √( mean of (F_pred − F_DFT)² 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519672" y="437083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over all components, all atoms, all frames — one number in meV/Å.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19672" y="5257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definition our code uses → 20.28 vs 19.6 is like-for-like.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Marios Poulis · DIFFER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7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PROGRESS · 1 OF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environment is now reproducible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49240" cy="3840480"/>
          </a:xfrm>
          <a:prstGeom prst="roundRect">
            <a:avLst>
              <a:gd name="adj" fmla="val 1905"/>
            </a:avLst>
          </a:prstGeom>
          <a:solidFill>
            <a:srgbClr val="F4F5F7"/>
          </a:solidFill>
          <a:ln w="12700">
            <a:solidFill>
              <a:srgbClr val="E3E5EA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 —  conda + pip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97480"/>
            <a:ext cx="47091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conda activate uf3 in every new terminal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installed by hand, one by one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versions written down nowhere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reproducible for anyone else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035040" y="3566160"/>
            <a:ext cx="640080" cy="502920"/>
          </a:xfrm>
          <a:prstGeom prst="rightArrow">
            <a:avLst/>
          </a:prstGeom>
          <a:solidFill>
            <a:srgbClr val="F2711C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9" name="Shape 7"/>
          <p:cNvSpPr/>
          <p:nvPr/>
        </p:nvSpPr>
        <p:spPr>
          <a:xfrm>
            <a:off x="6675120" y="1920240"/>
            <a:ext cx="5349240" cy="3840480"/>
          </a:xfrm>
          <a:prstGeom prst="roundRect">
            <a:avLst>
              <a:gd name="adj" fmla="val 1905"/>
            </a:avLst>
          </a:prstGeom>
          <a:solidFill>
            <a:srgbClr val="F4F5F7"/>
          </a:solidFill>
          <a:ln w="12700">
            <a:solidFill>
              <a:srgbClr val="E3E5EA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10" name="Text 8"/>
          <p:cNvSpPr txBox="1"/>
          <p:nvPr/>
        </p:nvSpPr>
        <p:spPr>
          <a:xfrm>
            <a:off x="6995160" y="214884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7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 —  uv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2697480"/>
            <a:ext cx="47091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declared in pyproject.toml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versions pinned in uv.lock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sync rebuilds the identical env anywhere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run python …  — no activation step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&lt; 2.3  (uf3 0.4.0 breaks on newer NumPy).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Marios Poulis · DIFFER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7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PROGRESS · 2 OF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reproduction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" cy="548640"/>
          </a:xfrm>
          <a:prstGeom prst="ellipse">
            <a:avLst/>
          </a:prstGeom>
          <a:solidFill>
            <a:srgbClr val="F2711C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4650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07568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published SuperSalt.model as an ASE calculator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07208"/>
            <a:ext cx="548640" cy="548640"/>
          </a:xfrm>
          <a:prstGeom prst="ellipse">
            <a:avLst/>
          </a:prstGeom>
          <a:solidFill>
            <a:srgbClr val="F2711C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9" name="Text 7"/>
          <p:cNvSpPr txBox="1"/>
          <p:nvPr/>
        </p:nvSpPr>
        <p:spPr>
          <a:xfrm>
            <a:off x="548640" y="2807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7706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09981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test structure, ask the model for energy + forces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31336"/>
            <a:ext cx="548640" cy="548640"/>
          </a:xfrm>
          <a:prstGeom prst="ellipse">
            <a:avLst/>
          </a:prstGeom>
          <a:solidFill>
            <a:srgbClr val="F2711C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13" name="Text 11"/>
          <p:cNvSpPr txBox="1"/>
          <p:nvPr/>
        </p:nvSpPr>
        <p:spPr>
          <a:xfrm>
            <a:off x="548640" y="38313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794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12394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against the DFT reference stored in the same file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55464"/>
            <a:ext cx="548640" cy="548640"/>
          </a:xfrm>
          <a:prstGeom prst="ellipse">
            <a:avLst/>
          </a:prstGeom>
          <a:solidFill>
            <a:srgbClr val="F2711C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17" name="Text 15"/>
          <p:cNvSpPr txBox="1"/>
          <p:nvPr/>
        </p:nvSpPr>
        <p:spPr>
          <a:xfrm>
            <a:off x="548640" y="48554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8188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51480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MAE (meV/atom) and force RMSE (meV/Å)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09360" y="1783080"/>
            <a:ext cx="5349240" cy="3383280"/>
          </a:xfrm>
          <a:prstGeom prst="roundRect">
            <a:avLst>
              <a:gd name="adj" fmla="val 1622"/>
            </a:avLst>
          </a:prstGeom>
          <a:solidFill>
            <a:srgbClr val="12141C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21" name="Text 19"/>
          <p:cNvSpPr txBox="1"/>
          <p:nvPr/>
        </p:nvSpPr>
        <p:spPr>
          <a:xfrm>
            <a:off x="6583680" y="1965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loop — one frame at a time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2331720"/>
            <a:ext cx="4892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8F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e_ref, f_ref = a.get_potential_energy(), a.arrays["force"]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a.copy(); m.calc = calc_ss
de.append((m.get_potential_energy() - e_ref)/len(m))
</a:t>
            </a:r>
            <a:r>
              <a:rPr lang="en-US" sz="1250" dirty="0">
                <a:solidFill>
                  <a:srgbClr val="FFC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fp.append(m.get_forces()); fr.append(f_ref)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5349240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ASE (reads structures + DFT truth) · mace-torch (runs the model). No training here — I only score a model the authors already trained.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Marios Poulis · DIFFER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7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Result: the paper's numbers reproduce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RMSE on both held-out test sets lands within ~1 meV/Å of the published values.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920240"/>
          <a:ext cx="64922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406640" y="1920240"/>
            <a:ext cx="4251960" cy="1234440"/>
          </a:xfrm>
          <a:prstGeom prst="roundRect">
            <a:avLst>
              <a:gd name="adj" fmla="val 5926"/>
            </a:avLst>
          </a:prstGeom>
          <a:solidFill>
            <a:srgbClr val="F4F5F7"/>
          </a:solidFill>
          <a:ln w="12700">
            <a:solidFill>
              <a:srgbClr val="E3E5EA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7" name="Text 4"/>
          <p:cNvSpPr txBox="1"/>
          <p:nvPr/>
        </p:nvSpPr>
        <p:spPr>
          <a:xfrm>
            <a:off x="7680960" y="20848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F27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 · ENERGY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232257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1.35 meV/atom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28254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3294 ternary structures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406640" y="3291840"/>
            <a:ext cx="4251960" cy="1234440"/>
          </a:xfrm>
          <a:prstGeom prst="roundRect">
            <a:avLst>
              <a:gd name="adj" fmla="val 5926"/>
            </a:avLst>
          </a:prstGeom>
          <a:solidFill>
            <a:srgbClr val="F4F5F7"/>
          </a:solidFill>
          <a:ln w="12700">
            <a:solidFill>
              <a:srgbClr val="E3E5EA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11" name="Text 8"/>
          <p:cNvSpPr txBox="1"/>
          <p:nvPr/>
        </p:nvSpPr>
        <p:spPr>
          <a:xfrm>
            <a:off x="7680960" y="34564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2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 · ENERGY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680960" y="369417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1.88 meV/atom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7680960" y="41970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798 structures, 2–11 cations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406640" y="4663440"/>
            <a:ext cx="4251960" cy="1234440"/>
          </a:xfrm>
          <a:prstGeom prst="roundRect">
            <a:avLst>
              <a:gd name="adj" fmla="val 5926"/>
            </a:avLst>
          </a:prstGeom>
          <a:solidFill>
            <a:srgbClr val="F4F5F7"/>
          </a:solidFill>
          <a:ln w="12700">
            <a:solidFill>
              <a:srgbClr val="E3E5EA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15" name="Text 12"/>
          <p:cNvSpPr txBox="1"/>
          <p:nvPr/>
        </p:nvSpPr>
        <p:spPr>
          <a:xfrm>
            <a:off x="7680960" y="48280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7680960" y="506577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7680960" y="55686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+ data mapping confirmed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Marios Poulis · DIFFER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7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4F5F7"/>
          </a:solidFill>
          <a:ln w="12700">
            <a:solidFill>
              <a:srgbClr val="E3E5EA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5" name="Shape 3"/>
          <p:cNvSpPr/>
          <p:nvPr/>
        </p:nvSpPr>
        <p:spPr>
          <a:xfrm>
            <a:off x="868680" y="2167128"/>
            <a:ext cx="502920" cy="502920"/>
          </a:xfrm>
          <a:prstGeom prst="ellipse">
            <a:avLst/>
          </a:prstGeom>
          <a:solidFill>
            <a:srgbClr val="F2711C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6" name="Text 4"/>
          <p:cNvSpPr txBox="1"/>
          <p:nvPr/>
        </p:nvSpPr>
        <p:spPr>
          <a:xfrm>
            <a:off x="1645920" y="198424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familiar with UF3, then build the 2-/3-body model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35000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 in the brief: familiarize with the ultra-fast MLFF, then build our own model — representative train/test split, then the directional-cation test (Mg–Cl / Zr–Cl) where 3-body should pay off.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95560" y="2240280"/>
            <a:ext cx="1234440" cy="365760"/>
          </a:xfrm>
          <a:prstGeom prst="rect">
            <a:avLst/>
          </a:prstGeom>
          <a:solidFill>
            <a:srgbClr val="F2711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4F5F7"/>
          </a:solidFill>
          <a:ln w="12700">
            <a:solidFill>
              <a:srgbClr val="E3E5EA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10" name="Shape 8"/>
          <p:cNvSpPr/>
          <p:nvPr/>
        </p:nvSpPr>
        <p:spPr>
          <a:xfrm>
            <a:off x="868680" y="3584448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11" name="Text 9"/>
          <p:cNvSpPr txBox="1"/>
          <p:nvPr/>
        </p:nvSpPr>
        <p:spPr>
          <a:xfrm>
            <a:off x="1645920" y="3401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Apples-to-apples vs SuperSalt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376732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SuperSalt AND our UF3 on the same frames — one directly comparable accuracy number, plus a speed/cost figure. 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195560" y="3657600"/>
            <a:ext cx="1234440" cy="36576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Marios Poulis · DIFFER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1179</Words>
  <Application>Microsoft Macintosh PowerPoint</Application>
  <PresentationFormat>Widescreen</PresentationFormat>
  <Paragraphs>105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Marios Poulis</cp:lastModifiedBy>
  <cp:revision>3</cp:revision>
  <dcterms:created xsi:type="dcterms:W3CDTF">2026-09-13T19:04:57Z</dcterms:created>
  <dcterms:modified xsi:type="dcterms:W3CDTF">2026-09-14T11:26:14Z</dcterms:modified>
</cp:coreProperties>
</file>